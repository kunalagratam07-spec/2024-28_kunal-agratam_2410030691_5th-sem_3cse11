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868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85800" y="5486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377440" y="777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377440" y="1143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with Python &amp; Power BI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85800" y="4160520"/>
            <a:ext cx="10789920" cy="1965960"/>
          </a:xfrm>
          <a:prstGeom prst="roundRect">
            <a:avLst>
              <a:gd name="adj" fmla="val 3721"/>
            </a:avLst>
          </a:prstGeom>
          <a:solidFill>
            <a:srgbClr val="26307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4599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937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NUMBER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5166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2410030691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55046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BATCH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57332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Batch 2024–28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43708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52160" y="4599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52160" y="4937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52160" y="5166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52160" y="550468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52160" y="57332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2026-9ACA033384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C77C4B8-2475-1F4E-1CCB-ACFD4DD3B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2630" y="763905"/>
            <a:ext cx="1077939" cy="1156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554480"/>
            <a:ext cx="4206240" cy="4754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Industry–Academia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83794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67335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skilling and industry-academia collaboration initiative preparing a digitally skilled, Industry 4.0-ready workforce among Indian students.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298094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8163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academic institutions to deliver structured, certification-based internship programs.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89534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73075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emerging technology domains including data analytics, cloud computing, artificial intelligence, and cybersecurity.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503834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48737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bridge the gap between classroom learning and real industry requirements.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 –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internship in Data Analytics with Python &amp; Power BI, conducted by EduSkills Academy — covering the complete analytics workflow from data collection and cleaning, through exploratory analysis in Python, to interactive dashboarding and reporting in Microsoft Power BI.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2026-9ACA033384  |  Issued 28 Jul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large volumes of transactional and behavioural data but often lack the in-house capability to clean, analyze, and visualize it for timely decisions. Raw data across spreadsheets, databases, and applications stays underutilized without systematic processing.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4662434"/>
            <a:ext cx="4754880" cy="118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by training interns to build an end-to-end analytics pipeline — Python for preparation, SQL for extraction, Power BI dashboards for decision-making.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45286" y="2007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use a Python-based environment for data analysis, including core programming concepts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2020824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997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709928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preprocess, and structure raw datasets using the Pandas library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5228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09544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apply SQL for data extraction, querying, and integration with Python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099816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7648" y="3522852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5201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209544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interactive dashboards and reports in Power BI, including data modeling and DAX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0200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Python and Power BI for advanced visualization and automated reporting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4599432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5020056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6" name="Text 24"/>
          <p:cNvSpPr/>
          <p:nvPr/>
        </p:nvSpPr>
        <p:spPr>
          <a:xfrm>
            <a:off x="6315891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709160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skills on real-world style projects, culminating in a capstone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 –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57984"/>
            <a:ext cx="54864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the complete lifecycle of a data analytics project — environment setup, data cleaning, SQL querying, exploratory &amp; visual analysis in Python, and BI dashboarding in Power BI. Concluded with two real-world style projects and a capstone E-commerce Sales &amp; Customer Insights Dashboard.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0" cy="43434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96596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0391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0" y="20391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language, incl. the Pandas library for data manipulation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92608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999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0" y="29992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to advanced techniques and data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88620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9593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0" y="39593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DAX, visualizations, and Power BI 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84632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9194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49194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Python–SQL and Python–Power BI integration for automated workflows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sourced and queried using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36392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2C3A8F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02152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3520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 used to clean, transform, and structure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07024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89904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8B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72784" y="3520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imported into Power BI; relationships and DAX measures created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77656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860536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A9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043416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43416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43416" y="3520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published via Power BI Service for collaboration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flow from raw data to business-ready insight, mirroring the internship's Python → SQL → Power BI pipeline.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Week-wise Curriculum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Core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47872" y="201168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(Pandas) &amp; SQL Fundamentals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82512" y="201168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&amp; Power BI Basics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1403604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15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17152" y="201168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Python–SQL Integration &amp; DAX Basics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" y="397764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Power BI &amp; Python Visualization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338328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47872" y="397764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Python–Power BI Integration &amp; Power BI 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38328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82512" y="397764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Projects: Sales &amp; Customer Behaviour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52560" y="3383280"/>
            <a:ext cx="2697480" cy="1783080"/>
          </a:xfrm>
          <a:prstGeom prst="roundRect">
            <a:avLst>
              <a:gd name="adj" fmla="val 3590"/>
            </a:avLst>
          </a:prstGeom>
          <a:solidFill>
            <a:srgbClr val="26307A"/>
          </a:solidFill>
          <a:ln/>
        </p:spPr>
      </p:sp>
      <p:sp>
        <p:nvSpPr>
          <p:cNvPr id="26" name="Text 24"/>
          <p:cNvSpPr/>
          <p:nvPr/>
        </p:nvSpPr>
        <p:spPr>
          <a:xfrm>
            <a:off x="9217152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9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17152" y="3977640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E-commerce Sales &amp; Insights Dashboard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PROJECTS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&amp; Capstone 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Analysis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style project analyzing sales trends and performance metrics using Python and Power BI.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Behaviour Analysis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customer behaviour patterns to support data-driven business decisions.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8B1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E-commerce Sales &amp; Customer Insights Dashboard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66760" y="361188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dashboard consolidating all eight weeks of skills — from raw data to interactive Power BI insights.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099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independently clean, preprocess, and analyze raw datasets using Python and Pandas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in writing SQL queries for data extraction and integration with analytical tools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266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to build data models and interactive dashboards using Power BI and DAX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685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analyzing sales performance and customer behaviour data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capstone project demonstrating end-to-end analytics competency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700" dirty="0"/>
          </a:p>
        </p:txBody>
      </p:sp>
      <p:pic>
        <p:nvPicPr>
          <p:cNvPr id="4" name="Image 0" descr="assets/cert_full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089" y="1325880"/>
            <a:ext cx="6271518" cy="4434840"/>
          </a:xfrm>
          <a:prstGeom prst="rect">
            <a:avLst/>
          </a:prstGeom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9253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2026-9ACA033384   |   Issued on 28 July 2026   |   Signed by Mitu Swain, General Manager – Learning &amp; Development, EduSkills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Agratam  |  Data Analytics with Python &amp; Power BI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23</TotalTime>
  <Words>871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Kunal Agratam</cp:lastModifiedBy>
  <cp:revision>4</cp:revision>
  <dcterms:created xsi:type="dcterms:W3CDTF">2026-09-01T17:50:58Z</dcterms:created>
  <dcterms:modified xsi:type="dcterms:W3CDTF">2026-09-01T18:28:45Z</dcterms:modified>
</cp:coreProperties>
</file>